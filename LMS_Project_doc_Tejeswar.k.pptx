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1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9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F5735-19C8-45A2-954C-77048E30890A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D1BAB-2FEF-4CBC-B240-6E3822FD72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00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MYSQL</a:t>
            </a:r>
            <a:r>
              <a:rPr lang="en-US" baseline="0" dirty="0" smtClean="0"/>
              <a:t> PROJECT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1D1BAB-2FEF-4CBC-B240-6E3822FD72B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569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646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05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04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764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52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1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04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766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74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64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170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2996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551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9661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653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003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478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4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015A2B-B9B1-42A7-81B5-5CAD5CFA3D6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1BC9D-747B-4A09-B3FE-93F2884C5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1799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  <p:sldLayoutId id="2147484059" r:id="rId8"/>
    <p:sldLayoutId id="2147484060" r:id="rId9"/>
    <p:sldLayoutId id="2147484061" r:id="rId10"/>
    <p:sldLayoutId id="2147484062" r:id="rId11"/>
    <p:sldLayoutId id="2147484063" r:id="rId12"/>
    <p:sldLayoutId id="2147484064" r:id="rId13"/>
    <p:sldLayoutId id="2147484065" r:id="rId14"/>
    <p:sldLayoutId id="2147484066" r:id="rId15"/>
    <p:sldLayoutId id="2147484067" r:id="rId16"/>
    <p:sldLayoutId id="2147484068" r:id="rId17"/>
    <p:sldLayoutId id="214748406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626F31-68F9-7DD3-220F-54D55F2D4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6578" y="4373955"/>
            <a:ext cx="4203323" cy="114329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-Made by Kasi Yadav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356586" y="6533607"/>
            <a:ext cx="2293258" cy="324393"/>
          </a:xfrm>
        </p:spPr>
        <p:txBody>
          <a:bodyPr>
            <a:normAutofit/>
          </a:bodyPr>
          <a:lstStyle/>
          <a:p>
            <a:pPr algn="ctr"/>
            <a:r>
              <a:rPr lang="en-US" sz="1050" b="1" i="1" dirty="0" smtClean="0"/>
              <a:t>-Made by </a:t>
            </a:r>
            <a:r>
              <a:rPr lang="en-US" sz="1050" b="1" i="1" dirty="0" err="1" smtClean="0"/>
              <a:t>tejeswar</a:t>
            </a:r>
            <a:endParaRPr lang="en-IN" sz="1050" b="1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600"/>
            <a:ext cx="11887201" cy="654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4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3B49-026D-50FA-9498-235457969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051" y="2391982"/>
            <a:ext cx="2553286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 </a:t>
            </a:r>
            <a:r>
              <a:rPr lang="en-US" sz="2600" kern="1200" dirty="0" smtClean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         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A4877E-C4B2-8CF2-BEEE-53EA9B959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0543" y="1347559"/>
            <a:ext cx="7188199" cy="47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11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9E5C5-D5BF-8486-1521-98ACACED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21432" y="369689"/>
            <a:ext cx="9404723" cy="1400530"/>
          </a:xfrm>
        </p:spPr>
        <p:txBody>
          <a:bodyPr/>
          <a:lstStyle/>
          <a:p>
            <a:r>
              <a:rPr lang="en-IN" dirty="0"/>
              <a:t>                       2. Setup of 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FA591D-6982-F882-2051-69033378E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030" y="1553028"/>
            <a:ext cx="7968111" cy="2061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A38A0C-0288-59F5-A985-523DEEC616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43" y="4182615"/>
            <a:ext cx="9564914" cy="3474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FA5499-57D6-1053-B380-5B3FE5D58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43" y="4532513"/>
            <a:ext cx="9564914" cy="22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5626-B567-F74C-4FEC-79DB8FAF5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7713" y="452718"/>
            <a:ext cx="10268548" cy="1400530"/>
          </a:xfrm>
        </p:spPr>
        <p:txBody>
          <a:bodyPr>
            <a:normAutofit/>
          </a:bodyPr>
          <a:lstStyle/>
          <a:p>
            <a:r>
              <a:rPr lang="en-IN" dirty="0"/>
              <a:t>        3. CREATE  LMS_MEMBERS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6E61C-9551-66D6-BE89-42A9DDAFB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130" y="1683657"/>
            <a:ext cx="5306441" cy="2468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FA5499-57D6-1053-B380-5B3FE5D58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49" y="4915020"/>
            <a:ext cx="9608233" cy="22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1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C84E-79AD-0532-92D3-61B2A06E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3771"/>
            <a:ext cx="9404723" cy="1400530"/>
          </a:xfrm>
        </p:spPr>
        <p:txBody>
          <a:bodyPr>
            <a:normAutofit/>
          </a:bodyPr>
          <a:lstStyle/>
          <a:p>
            <a:r>
              <a:rPr lang="en-IN" dirty="0"/>
              <a:t>             4. CREATE LMS_FINE_DETAILS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9D58BB-A3DD-8FE7-52A2-7A42D0506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434" y="2090057"/>
            <a:ext cx="7622732" cy="1814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657708-0151-B285-A1A7-E9294394D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05" y="4150098"/>
            <a:ext cx="10719582" cy="38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7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2AF71-BD96-E245-FFE3-50CB1427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78" y="917567"/>
            <a:ext cx="9213448" cy="1204551"/>
          </a:xfrm>
        </p:spPr>
        <p:txBody>
          <a:bodyPr>
            <a:normAutofit/>
          </a:bodyPr>
          <a:lstStyle/>
          <a:p>
            <a:r>
              <a:rPr lang="en-IN" dirty="0"/>
              <a:t>5.CREATE LMS_SUPPLIERS_DETAILS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E5D69-30E0-2D55-7314-615F42157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524" y="2700997"/>
            <a:ext cx="6179889" cy="2480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43D6B1-3F8E-5136-C0DA-51B62655C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78" y="5331656"/>
            <a:ext cx="10946381" cy="15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1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84AB-D666-0AF5-FF60-75266B2A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8" y="175034"/>
            <a:ext cx="10515600" cy="1325563"/>
          </a:xfrm>
        </p:spPr>
        <p:txBody>
          <a:bodyPr/>
          <a:lstStyle/>
          <a:p>
            <a:r>
              <a:rPr lang="en-IN" dirty="0"/>
              <a:t>       6.CREATE LMS_BOOK DETAILS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F1F905-EAC6-EFFA-ECF4-A7EB60B9E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690" y="1233715"/>
            <a:ext cx="5372566" cy="35590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416723-F904-67EF-98D4-468585E9E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74" y="5032783"/>
            <a:ext cx="10455869" cy="17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1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E81E-0491-13E9-533B-0B8D5965E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17439"/>
            <a:ext cx="10515600" cy="1325563"/>
          </a:xfrm>
        </p:spPr>
        <p:txBody>
          <a:bodyPr/>
          <a:lstStyle/>
          <a:p>
            <a:r>
              <a:rPr lang="en-IN" dirty="0"/>
              <a:t>7.CREATE LMS_BOOK_ISSUE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3CCAD5-2C47-CF9C-E5F8-626B6F6F2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097" y="1439802"/>
            <a:ext cx="3429297" cy="3825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815F92-3458-DC9F-2305-0344469E9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00" y="5618687"/>
            <a:ext cx="10074373" cy="25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6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61FC-B87F-9E2E-E98D-8CE907DA8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1877" y="268254"/>
            <a:ext cx="10515600" cy="1325563"/>
          </a:xfrm>
        </p:spPr>
        <p:txBody>
          <a:bodyPr/>
          <a:lstStyle/>
          <a:p>
            <a:r>
              <a:rPr lang="en-IN" dirty="0"/>
              <a:t>                8.SHOW ALL TABLES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6FD305D-5B34-7912-E4B4-5F76824C2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534" y="1593817"/>
            <a:ext cx="5591380" cy="615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9F01FA-3070-F91A-9884-1EE7D8CF3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080" y="2451215"/>
            <a:ext cx="4525700" cy="360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2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1789-B1F2-9210-83BB-D2D04CD4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106" y="263828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IN" dirty="0"/>
              <a:t>9.INSERTION DATA INTO LMS_MEMBERS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040CCC-D57C-EBA5-C4BD-9A14C7F37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400" y="1567695"/>
            <a:ext cx="5900290" cy="4195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62911E-A353-E05D-2DE8-987808985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06" y="6042932"/>
            <a:ext cx="9266723" cy="15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2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3F70-2AD3-757B-9108-038FFDF0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7" y="34104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10.INSERTION DATA INTO LMS_FINE_DETAILS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E29590-C4A0-3AB8-1D4E-5F2229EE0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854" y="1245689"/>
            <a:ext cx="2450025" cy="4195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CF744C-D1D7-D663-E1E8-514987807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3" y="5677541"/>
            <a:ext cx="9312447" cy="2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5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826B-2556-8F7A-6D27-D998B626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4731"/>
            <a:ext cx="10421257" cy="718070"/>
          </a:xfrm>
        </p:spPr>
        <p:txBody>
          <a:bodyPr>
            <a:normAutofit fontScale="90000"/>
          </a:bodyPr>
          <a:lstStyle/>
          <a:p>
            <a:r>
              <a:rPr lang="en-IN" dirty="0"/>
              <a:t> 11.INSERTION DATA INTO        LMS_SUPPLIERS_DETAILS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BFD0AA-6A0E-2347-644F-BF78ED6C8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366" y="1574941"/>
            <a:ext cx="6013982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29DD73-57E9-343F-9C05-D1DAE997C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60" y="6088325"/>
            <a:ext cx="9121930" cy="2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1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29F6-0C76-049E-62C6-0A20C994E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12. INSERTION INTO LMS_BOOK_DETAILS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03230F-8E50-DCF1-06C4-C74889D66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473" y="2623678"/>
            <a:ext cx="2494264" cy="2901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549A01-902F-55BA-3EA0-D1D9BBA5C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959" y="2560059"/>
            <a:ext cx="3281819" cy="31012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963202-CCCE-4153-D223-4DAD0F59B5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085" y="2560059"/>
            <a:ext cx="3115465" cy="3164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0F5A4F-DE6D-E832-397D-95053AC5D6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091" y="5999019"/>
            <a:ext cx="9129551" cy="2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7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A274-064B-F045-F9AB-A96A0107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13. INSERTION INTO LMS_BOOK_ISSUE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A85F89-7CA4-22D6-CA4E-54EF18C73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906" y="2558637"/>
            <a:ext cx="3109229" cy="3153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4ED876-F4DE-673F-A961-B6E3BCCED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117" y="2558637"/>
            <a:ext cx="3073075" cy="31531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739ADA-B36E-BB01-177B-323F26153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174" y="2544094"/>
            <a:ext cx="3333762" cy="31676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24DE90-C2E3-F67A-84DD-7AC20A9F8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032" y="5969836"/>
            <a:ext cx="9579170" cy="2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6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11D0-DB07-8790-3177-49649D90A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327237"/>
            <a:ext cx="9899399" cy="1288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14.CHECK NO OF RECORDS IN EACH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4F2700-8C00-3F35-22E0-AD7892EB5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630" y="1878904"/>
            <a:ext cx="3141973" cy="2862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95DCA0-1705-D533-D963-8D1D79B77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119" y="2285301"/>
            <a:ext cx="4486010" cy="205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5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E440-F2A1-D43B-FB4A-522E174E7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8914" y="426483"/>
            <a:ext cx="11711835" cy="17742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13v</a:t>
            </a:r>
            <a:r>
              <a:rPr 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15. VIEW ALL 20 RECORDS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B4212A-0DC2-E7CA-C210-A55B96DC4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925" y="2902422"/>
            <a:ext cx="4277478" cy="2364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78819F-BFED-A596-351A-AA7D72BE4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008" y="2553786"/>
            <a:ext cx="4305881" cy="1291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99266F-8ADD-6C05-BAA0-AE886D6A9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008" y="4198585"/>
            <a:ext cx="4305878" cy="13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2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6500-5770-974B-255F-906FEAE44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86" y="0"/>
            <a:ext cx="9932691" cy="11659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- QUERY 1  </a:t>
            </a:r>
            <a:br>
              <a:rPr lang="en-US" sz="2600" dirty="0">
                <a:solidFill>
                  <a:srgbClr val="FFFFFF"/>
                </a:solidFill>
              </a:rPr>
            </a:br>
            <a:r>
              <a:rPr lang="en-US" sz="2600" dirty="0">
                <a:solidFill>
                  <a:srgbClr val="FFFFFF"/>
                </a:solidFill>
              </a:rPr>
              <a:t>  DISPLAY MEMBER ID, MEMBER NAME, CITY   AND MEMBERSHIP STATUS  OF MEMBERS HAVING LIFE TIME/PERMANENT MEMBERSHIP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885E51E-AE0C-201B-545B-EB61717FC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316" y="2291982"/>
            <a:ext cx="4486215" cy="25434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551F22-A228-1D03-8EA3-1D76113BB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452" y="2291982"/>
            <a:ext cx="4481866" cy="25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41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A6B8-AE49-174D-CAD4-5E386CFB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31" y="260579"/>
            <a:ext cx="9932691" cy="11659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-QUERY 2 </a:t>
            </a:r>
            <a:br>
              <a:rPr lang="en-US" sz="2600" dirty="0">
                <a:solidFill>
                  <a:srgbClr val="FFFFFF"/>
                </a:solidFill>
              </a:rPr>
            </a:br>
            <a:r>
              <a:rPr lang="en-US" sz="2600" dirty="0">
                <a:solidFill>
                  <a:srgbClr val="FFFFFF"/>
                </a:solidFill>
              </a:rPr>
              <a:t> DISPLAY MEMBER ID AND MEMBER NAME  WHO HAVE NOT RETURNED THE BOOKS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B127E1-6F7F-C341-C6E5-F9E451476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280" y="2461451"/>
            <a:ext cx="4486215" cy="2279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4FC095-890A-AD08-3BB7-9178EEED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758" y="2121231"/>
            <a:ext cx="2900567" cy="323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1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D8E6-E022-4DAB-606C-0E381D83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00" y="260578"/>
            <a:ext cx="9932691" cy="11659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-QUERY 3 </a:t>
            </a:r>
            <a:br>
              <a:rPr lang="en-US" sz="2600" dirty="0">
                <a:solidFill>
                  <a:srgbClr val="FFFFFF"/>
                </a:solidFill>
              </a:rPr>
            </a:br>
            <a:r>
              <a:rPr lang="en-US" sz="2600" dirty="0">
                <a:solidFill>
                  <a:srgbClr val="FFFFFF"/>
                </a:solidFill>
              </a:rPr>
              <a:t>DISPLAY MEMBER ID AND MEMBER NAME  WHO HAVE TAKEN BOOK CODE BL000002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DE4361-F6E7-DA94-64CA-F0EEDE958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321" y="2300827"/>
            <a:ext cx="4481866" cy="2091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610462-1A92-ED6B-2604-E2646B31D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976" y="2570780"/>
            <a:ext cx="4486215" cy="182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3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36EBC-7D36-898F-2AA5-DD914B49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82" y="285631"/>
            <a:ext cx="9932691" cy="11659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-QUERY 4 </a:t>
            </a:r>
            <a:br>
              <a:rPr lang="en-US" sz="2600" dirty="0">
                <a:solidFill>
                  <a:srgbClr val="FFFFFF"/>
                </a:solidFill>
              </a:rPr>
            </a:br>
            <a:r>
              <a:rPr lang="en-US" sz="2600" dirty="0">
                <a:solidFill>
                  <a:srgbClr val="FFFFFF"/>
                </a:solidFill>
              </a:rPr>
              <a:t> DISPLAY BOOK CODE, BOOK TITLE AND AUTHOR  WHOSE AUTHOR NAME BEGINS WITH 'P'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01AB4C-7A21-4C28-A3F7-1915D489D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312" y="2487898"/>
            <a:ext cx="4486215" cy="2076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4739F5-721C-3F81-F7AD-21B8728C3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007" y="2370020"/>
            <a:ext cx="4481866" cy="219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0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8A1B-7568-D891-7433-19913705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82" y="-90150"/>
            <a:ext cx="9932691" cy="11659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-QUERY 5 </a:t>
            </a:r>
            <a:br>
              <a:rPr lang="en-US" sz="2600" dirty="0">
                <a:solidFill>
                  <a:srgbClr val="FFFFFF"/>
                </a:solidFill>
              </a:rPr>
            </a:br>
            <a:r>
              <a:rPr lang="en-US" sz="2600" dirty="0">
                <a:solidFill>
                  <a:srgbClr val="FFFFFF"/>
                </a:solidFill>
              </a:rPr>
              <a:t>DISPLAY TOTAL NUMBER OF JAVA BOOKS  ALIAS: NO_OF_BOOKS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3B9A74-2044-9FEA-3277-25185E721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812" y="2444429"/>
            <a:ext cx="4486215" cy="1714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84535D-07D0-2C5B-029F-8239444FA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85" y="2348981"/>
            <a:ext cx="4481866" cy="180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8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7FC5-97F5-E01C-4D58-DC09FEE8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22" y="0"/>
            <a:ext cx="9932691" cy="11659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-QUERY 6 </a:t>
            </a:r>
            <a:br>
              <a:rPr lang="en-US" sz="2600" dirty="0">
                <a:solidFill>
                  <a:srgbClr val="FFFFFF"/>
                </a:solidFill>
              </a:rPr>
            </a:br>
            <a:r>
              <a:rPr lang="en-US" sz="2600" dirty="0">
                <a:solidFill>
                  <a:srgbClr val="FFFFFF"/>
                </a:solidFill>
              </a:rPr>
              <a:t>DISPLAY CATEGORY AND NUMBER OF BOOKS  IN EACH CATEGORY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4F45AB-6423-2729-EA30-7678E17E6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332" y="2009308"/>
            <a:ext cx="4486215" cy="2512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DE6F85-50E2-0B85-3111-B36E5C3D2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777" y="1745452"/>
            <a:ext cx="2715265" cy="323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7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8BA5-85D5-1A4A-8966-411DB469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660" y="0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-QUERY 7 </a:t>
            </a:r>
            <a:br>
              <a:rPr lang="en-US" sz="2600" dirty="0">
                <a:solidFill>
                  <a:srgbClr val="FFFFFF"/>
                </a:solidFill>
              </a:rPr>
            </a:br>
            <a:r>
              <a:rPr lang="en-US" sz="2600" dirty="0">
                <a:solidFill>
                  <a:srgbClr val="FFFFFF"/>
                </a:solidFill>
              </a:rPr>
              <a:t> DISPLAY NUMBER OF BOOKS PUBLISHED BY PRENTICE HALL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6DB231-EAA3-0E94-E165-E3D683A79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233" y="2467626"/>
            <a:ext cx="4707016" cy="1941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C7166C-3689-79A6-BFB4-46120246B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485" y="2431724"/>
            <a:ext cx="4481866" cy="201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9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F402-3042-9DD5-4240-8A3C5373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96" y="110266"/>
            <a:ext cx="9932691" cy="11659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-QUERY 8 </a:t>
            </a:r>
            <a:br>
              <a:rPr lang="en-US" sz="2600" dirty="0">
                <a:solidFill>
                  <a:srgbClr val="FFFFFF"/>
                </a:solidFill>
              </a:rPr>
            </a:br>
            <a:r>
              <a:rPr lang="en-US" sz="2600" dirty="0">
                <a:solidFill>
                  <a:srgbClr val="FFFFFF"/>
                </a:solidFill>
              </a:rPr>
              <a:t> DISPLAY BOOK CODE AND BOOK TITLE OF BOOKS ISSUED ON 1st APRIL 2012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4A98E-4EBD-6B81-209A-A898236AC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003" y="2210659"/>
            <a:ext cx="4481866" cy="2154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934D6-4997-2D15-D19B-1E246267C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682" y="2538101"/>
            <a:ext cx="4486215" cy="150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99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A4693-8D1D-FCC1-C540-C695E2FA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70" y="0"/>
            <a:ext cx="9932691" cy="11659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1900" dirty="0">
                <a:solidFill>
                  <a:srgbClr val="FFFFFF"/>
                </a:solidFill>
              </a:rPr>
              <a:t>QUERY 9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 DISPLAY MEMBER ID, MEMBER NAME, DATE OF REGISTRATION  AND MEMBERSHIP STATUS OF MEMBERS REGISTERED BEFORE MARCH 2012  AND MEMBERSHIP STATUS IS TEMPORARY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5E94F4-60EA-E0EF-E48C-370AD1D69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426" y="2137343"/>
            <a:ext cx="4481866" cy="25020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B14C62-8DE1-6F71-C3D8-E0F79C87F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77" y="2553265"/>
            <a:ext cx="4486215" cy="208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5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D0A9-6942-8619-7643-18FEB5A4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74" y="97740"/>
            <a:ext cx="9932691" cy="11659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2300" dirty="0">
                <a:solidFill>
                  <a:srgbClr val="FFFFFF"/>
                </a:solidFill>
              </a:rPr>
              <a:t>QUERY 10 </a:t>
            </a:r>
            <a:br>
              <a:rPr lang="en-US" sz="2300" dirty="0">
                <a:solidFill>
                  <a:srgbClr val="FFFFFF"/>
                </a:solidFill>
              </a:rPr>
            </a:br>
            <a:r>
              <a:rPr lang="en-US" sz="2300" dirty="0">
                <a:solidFill>
                  <a:srgbClr val="FFFFFF"/>
                </a:solidFill>
              </a:rPr>
              <a:t>DISPLAY MEMBER ID, MEMBER NAME, DATE OF REGISTRATION  AND EXPIRY DATE  OF MEMBERS WHOSE MEMBERSHIP EXPIRES BEFORE APRIL 2013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908944-BCCC-1629-67CC-B13FA6F98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373" y="2211833"/>
            <a:ext cx="4481866" cy="24872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AB525B-9D17-FB15-2CF1-D04F0FB66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85" y="2272222"/>
            <a:ext cx="4486215" cy="236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7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1294</TotalTime>
  <Words>108</Words>
  <Application>Microsoft Office PowerPoint</Application>
  <PresentationFormat>Widescreen</PresentationFormat>
  <Paragraphs>29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Century Gothic</vt:lpstr>
      <vt:lpstr>Wingdings 3</vt:lpstr>
      <vt:lpstr>Ion</vt:lpstr>
      <vt:lpstr>-Made by tejeswar</vt:lpstr>
      <vt:lpstr>                                  1.ER DIAGRAM</vt:lpstr>
      <vt:lpstr>                       2. Setup of Database</vt:lpstr>
      <vt:lpstr>        3. CREATE  LMS_MEMBERS TABLE</vt:lpstr>
      <vt:lpstr>             4. CREATE LMS_FINE_DETAILS</vt:lpstr>
      <vt:lpstr>5.CREATE LMS_SUPPLIERS_DETAILS </vt:lpstr>
      <vt:lpstr>       6.CREATE LMS_BOOK DETAILS</vt:lpstr>
      <vt:lpstr>7.CREATE LMS_BOOK_ISSUE</vt:lpstr>
      <vt:lpstr>                8.SHOW ALL TABLES</vt:lpstr>
      <vt:lpstr>9.INSERTION DATA INTO LMS_MEMBERS</vt:lpstr>
      <vt:lpstr>10.INSERTION DATA INTO LMS_FINE_DETAILS</vt:lpstr>
      <vt:lpstr> 11.INSERTION DATA INTO        LMS_SUPPLIERS_DETAILS</vt:lpstr>
      <vt:lpstr>12. INSERTION INTO LMS_BOOK_DETAILS</vt:lpstr>
      <vt:lpstr>13. INSERTION INTO LMS_BOOK_ISSUE</vt:lpstr>
      <vt:lpstr>14.CHECK NO OF RECORDS IN EACH TABLE</vt:lpstr>
      <vt:lpstr>13v15. VIEW ALL 20 RECORDS   </vt:lpstr>
      <vt:lpstr>- QUERY 1     DISPLAY MEMBER ID, MEMBER NAME, CITY   AND MEMBERSHIP STATUS  OF MEMBERS HAVING LIFE TIME/PERMANENT MEMBERSHIP</vt:lpstr>
      <vt:lpstr>-QUERY 2   DISPLAY MEMBER ID AND MEMBER NAME  WHO HAVE NOT RETURNED THE BOOKS</vt:lpstr>
      <vt:lpstr>-QUERY 3  DISPLAY MEMBER ID AND MEMBER NAME  WHO HAVE TAKEN BOOK CODE BL000002</vt:lpstr>
      <vt:lpstr>-QUERY 4   DISPLAY BOOK CODE, BOOK TITLE AND AUTHOR  WHOSE AUTHOR NAME BEGINS WITH 'P'</vt:lpstr>
      <vt:lpstr>-QUERY 5  DISPLAY TOTAL NUMBER OF JAVA BOOKS  ALIAS: NO_OF_BOOKS</vt:lpstr>
      <vt:lpstr>-QUERY 6  DISPLAY CATEGORY AND NUMBER OF BOOKS  IN EACH CATEGORY</vt:lpstr>
      <vt:lpstr>-QUERY 7   DISPLAY NUMBER OF BOOKS PUBLISHED BY PRENTICE HALL</vt:lpstr>
      <vt:lpstr>-QUERY 8   DISPLAY BOOK CODE AND BOOK TITLE OF BOOKS ISSUED ON 1st APRIL 2012</vt:lpstr>
      <vt:lpstr>QUERY 9  DISPLAY MEMBER ID, MEMBER NAME, DATE OF REGISTRATION  AND MEMBERSHIP STATUS OF MEMBERS REGISTERED BEFORE MARCH 2012  AND MEMBERSHIP STATUS IS TEMPORARY</vt:lpstr>
      <vt:lpstr>QUERY 10  DISPLAY MEMBER ID, MEMBER NAME, DATE OF REGISTRATION  AND EXPIRY DATE  OF MEMBERS WHOSE MEMBERSHIP EXPIRES BEFORE APRIL 2013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MYSQL PROJECT</dc:title>
  <dc:creator>Kasi Yadav</dc:creator>
  <cp:lastModifiedBy>user</cp:lastModifiedBy>
  <cp:revision>9</cp:revision>
  <dcterms:created xsi:type="dcterms:W3CDTF">2026-09-18T13:48:37Z</dcterms:created>
  <dcterms:modified xsi:type="dcterms:W3CDTF">2026-09-19T11:52:45Z</dcterms:modified>
</cp:coreProperties>
</file>